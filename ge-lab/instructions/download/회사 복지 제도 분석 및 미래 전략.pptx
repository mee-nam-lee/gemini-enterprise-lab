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Noto Sans KR"/>
      <p:regular r:id="rId17"/>
      <p:bold r:id="rId18"/>
    </p:embeddedFon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E54E06-9D8F-4DDF-A344-3C8F692ECE04}">
  <a:tblStyle styleId="{FCE54E06-9D8F-4DDF-A344-3C8F692ECE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otoSansK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otoSansK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223069"/>
            <a:ext cx="1160145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LG전자 복지 제도의 다각적 분석과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미래 지향적 발전 방향 연구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680519"/>
            <a:ext cx="9525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2821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글로벌 인적자원 전략과 지속가능성을 위한 복지 패러다임의 변화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21776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2026. 04. 08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5157"/>
            <a:ext cx="5334000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5157"/>
            <a:ext cx="5334000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9804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47573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복지 포인트 규모 확대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961507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연간 100만 원 수준에서 최근 140만 원 수준으로 상향 조정되었습니다. 1포인트당 현금 1원의 가치를 지니며 가전 구매, 렌탈, 수리비 등 범용성이 극대화되었습니다.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9804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581775" y="347573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디지털 플랫폼 혁신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961507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AI 기반 통합 복지몰 'Lifecare'를 통해 임직원 생애주기별 맞춤형 큐레이션을 제공합니다. 1억 개의 상품군과 최저가 보상을 통해 로열티를 제고합니다.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선택적 복리후생 제도의 고도화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89649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1,400,000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268092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연간 복지 포인트 (KRW)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86500" y="2860327"/>
            <a:ext cx="560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자사 제품 접근성 강화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19875" y="3469927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LGE.COM 임직원 제휴 추가 할인 적용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19875" y="3917602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복지 포인트를 활용한 복합 결제 지원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619875" y="4365277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GS칼텍스, LF패션 등 계열사 제휴처 확대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데이터로 본 복지 실효성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4699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91760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36527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16"/>
          <p:cNvGraphicFramePr/>
          <p:nvPr/>
        </p:nvGraphicFramePr>
        <p:xfrm>
          <a:off x="571500" y="2569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{FCE54E06-9D8F-4DDF-A344-3C8F692ECE04}</a:tableStyleId>
              </a:tblPr>
              <a:tblGrid>
                <a:gridCol w="1887575"/>
                <a:gridCol w="4918325"/>
                <a:gridCol w="424310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내용 및 특징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활용 혜택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포인트 가치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연간 140만 원 수준 (1포인트 = 1원)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현금과 동일한 즉시 결제 수단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큐레이션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생애주기 데이터 기반 상품 추천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초개인화된 복지 경험 제공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상품 규모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약 1억 개 상품 및 20만 개 최저가 상품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최대 85% 할인 및 최저가 보상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특화 콘텐츠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건강검진, 여행, 자기계발 등 300여 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실시간 e-쿠폰 발송 및 예약 지원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7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571500" y="3612802"/>
            <a:ext cx="1887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459087" y="3612802"/>
            <a:ext cx="4918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377410" y="3612802"/>
            <a:ext cx="4243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4136677"/>
            <a:ext cx="1887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459087" y="4136677"/>
            <a:ext cx="4918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377410" y="4136677"/>
            <a:ext cx="4243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71500" y="4660552"/>
            <a:ext cx="1887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459087" y="4660552"/>
            <a:ext cx="4918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377410" y="4660552"/>
            <a:ext cx="4243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5184427"/>
            <a:ext cx="18875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459087" y="5184427"/>
            <a:ext cx="49183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377410" y="5184427"/>
            <a:ext cx="4243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라이프케어(Lifecare) 플랫폼 주요 특징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3165"/>
            <a:ext cx="53340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581775" y="2998440"/>
            <a:ext cx="49806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저출생 대응 전략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81775" y="3646140"/>
            <a:ext cx="4743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국가적 저출생 위기 상황에서 경영진이 현장의 목소리를 적극 수용하여 도출한 선구적 합의안으로 평가됩니다. 이는 단순한 혜택을 넘어 여성 인력의 경력 단절 예방을 위한 핵심 자산입니다.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285556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난임 휴직 기간 확대: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기존 3개월에서 최장 6개월로 2배 연장하여 장기적인 치료 여건 보장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356041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태아 검진 휴가 전격 확대: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기존 반일(4시간)에서 전일(8시간)로 확대하여 임산부 건강권 보호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426526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육아기 근로환경 조성: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육아기 근로시간 단축 및 사업장별 사내 어린이집 운영 내실화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998440"/>
            <a:ext cx="276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2026 노사 합의: 모성보호 제도의 획기적 확대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55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04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52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5157"/>
            <a:ext cx="3524250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85157"/>
            <a:ext cx="3524250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85157"/>
            <a:ext cx="3524250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98043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66775" y="347573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생활 지원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3961507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창원 스마트파크 등 주요 거점에 무상 기숙사 및 질 높은 사내 식사/커피를 무상 제공하여 정주 여건 개선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9804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4629150" y="347573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의료 안전망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29150" y="3961507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임직원 및 배우자 종합검진, 단체 보험 가입 및 중증 질환 발생 시 실질적 의료비 지원 시스템 구축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1525" y="29804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391525" y="347573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마음토닥 상담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91525" y="3961507"/>
            <a:ext cx="29337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하이텔레서비스 등 감정 노동자를 위한 1:1 심리 상담 및 악성 고객 대응 시스템(전화 강제 종료권) 운영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거점별 특화 복지 및 건강 케어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6780"/>
            <a:ext cx="11049000" cy="489971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4647158"/>
            <a:ext cx="11049000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* 주요 원인: 글로벌 위상 대비 낮은 보상(성과급 양극화), 높은 업무 강도에 따른 '워라밸' 체감도 저하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4456658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임직원 만족도 분석 (잡플래닛 데이터 기반)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571500" y="406524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10733" y="376520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2024~2025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4212877"/>
            <a:ext cx="243066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DX 센터 기반 복지 행정 디지털화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383413" y="376520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2026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444180" y="421287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AX 센터 신설 및 AI 기반 초개인화 복지 큐레이션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256094" y="376520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2027~2029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316860" y="421287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예측적 복지(Predictive Welfare) 시스템 완성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128774" y="3765202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2030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189541" y="4212877"/>
            <a:ext cx="24306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D&amp;I 달성 (장애인 3.5%, 여성 25.5%)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미래 전략: AX 기반 스마트 복지 로드맵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710630" y="335949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583310" y="335949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455991" y="335949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0328671" y="335949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3165"/>
            <a:ext cx="53340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648450" y="2998440"/>
            <a:ext cx="49106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전략적 결론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48450" y="3484215"/>
            <a:ext cx="46767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복지 제도는 단순한 비용 지출이 아닌 미래를 위한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전략적 자산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 제도라는 뼈대 위에 신뢰와 배려의 문화를 입힐 때 진정한 글로벌 일류 기업으로 도약할 수 있습니다.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04875" y="285556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보상 공정성 확보: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복지 제도로 급여 불만을 상쇄하기보다, 납득 가능한 성과급 기준과 보상 체계의 합리적 개선 선행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04875" y="356041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심리적 안전감 조성: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제도 사용의 자율성을 완벽히 보장하기 위해 부서장 평가에 '팀원 휴가 소진율' 등 지표 반영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04875" y="4265265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AX 역량의 복지 투사: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임직원 라이프 로그 분석을 통해 필요한 혜택을 먼저 제안하는 '예측적 스마트 복지' 실현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571500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실효적 발전을 위한 3대 정책 제언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571500"/>
            <a:ext cx="57150" cy="434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5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604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652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295275" y="1787872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619750" y="3264247"/>
            <a:ext cx="9525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385479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경청해 주셔서 감사합니다.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465296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본 문서는 LG전자의 지속가능한 성장을 위한 인적자원 전략 제언을 담고 있습니다.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